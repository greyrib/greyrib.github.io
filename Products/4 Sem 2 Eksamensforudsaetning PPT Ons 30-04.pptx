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0b97bd25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0b97bd2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0b97bd2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0b97bd2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0b97bd2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0b97bd2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0b97bd25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0b97bd25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0d238b8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0d238b8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hyperlink" Target="https://greyrib.github.io/Products/Jenkinsfile_earl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11475"/>
            <a:ext cx="85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a" sz="4000"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 title="Ston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450" y="1053525"/>
            <a:ext cx="4337100" cy="289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" name="Google Shape;56;p13" title="peepoUhm Inve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7725" y="3051150"/>
            <a:ext cx="893775" cy="89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6450" y="2916400"/>
            <a:ext cx="783650" cy="784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82875"/>
            <a:ext cx="85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3500"/>
              <a:t>Hvor langt er man ?</a:t>
            </a:r>
            <a:endParaRPr sz="3500"/>
          </a:p>
        </p:txBody>
      </p:sp>
      <p:pic>
        <p:nvPicPr>
          <p:cNvPr id="63" name="Google Shape;63;p14" title="Progression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418" y="3204984"/>
            <a:ext cx="2755751" cy="1837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" name="Google Shape;64;p14" title="peepo Shruggers Inve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47922" y="4737684"/>
            <a:ext cx="521925" cy="3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Pepe Stonks Up Inverted Fix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7465" y="4580434"/>
            <a:ext cx="4617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147864" y="4064547"/>
            <a:ext cx="73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" sz="1800">
                <a:solidFill>
                  <a:schemeClr val="dk1"/>
                </a:solidFill>
              </a:rPr>
              <a:t>0%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239107" y="4035389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" sz="1800">
                <a:solidFill>
                  <a:schemeClr val="dk1"/>
                </a:solidFill>
              </a:rPr>
              <a:t>10</a:t>
            </a:r>
            <a:r>
              <a:rPr b="1" lang="da" sz="1800">
                <a:solidFill>
                  <a:schemeClr val="dk1"/>
                </a:solidFill>
              </a:rPr>
              <a:t>0%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695994" y="3351156"/>
            <a:ext cx="107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" sz="1800">
                <a:solidFill>
                  <a:schemeClr val="dk1"/>
                </a:solidFill>
              </a:rPr>
              <a:t>65</a:t>
            </a:r>
            <a:r>
              <a:rPr b="1" lang="da" sz="1800">
                <a:solidFill>
                  <a:schemeClr val="dk1"/>
                </a:solidFill>
              </a:rPr>
              <a:t>%</a:t>
            </a:r>
            <a:r>
              <a:rPr i="1" lang="da" sz="1800">
                <a:solidFill>
                  <a:schemeClr val="dk1"/>
                </a:solidFill>
              </a:rPr>
              <a:t>ish</a:t>
            </a:r>
            <a:endParaRPr i="1" sz="1800">
              <a:solidFill>
                <a:schemeClr val="dk1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9587" y="1339875"/>
            <a:ext cx="4669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4 Semester Hello World Using TCP Sockets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4 Semester Fetch Example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4 Semester Weather App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4 Semester WebGl First Try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800">
                <a:solidFill>
                  <a:schemeClr val="dk1"/>
                </a:solidFill>
              </a:rPr>
              <a:t>4 Semester Card WebGl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800">
                <a:solidFill>
                  <a:schemeClr val="dk1"/>
                </a:solidFill>
              </a:rPr>
              <a:t>4 Semester Chess LAN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800">
                <a:solidFill>
                  <a:schemeClr val="dk1"/>
                </a:solidFill>
              </a:rPr>
              <a:t>4 Semester Maze Shooter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4 Semester Tic-Tac-Toe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62" y="1382725"/>
            <a:ext cx="324426" cy="324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62" y="1676073"/>
            <a:ext cx="324426" cy="324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62" y="2498214"/>
            <a:ext cx="324426" cy="324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06" y="3034407"/>
            <a:ext cx="324426" cy="324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62" y="4177046"/>
            <a:ext cx="324426" cy="324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36" y="3655393"/>
            <a:ext cx="256483" cy="256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084" y="1986393"/>
            <a:ext cx="296580" cy="29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029" y="3337657"/>
            <a:ext cx="296580" cy="29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 title="U_Cube_1C_Black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6692" y="557875"/>
            <a:ext cx="599736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696550" y="978925"/>
            <a:ext cx="187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" sz="1800">
                <a:solidFill>
                  <a:schemeClr val="dk1"/>
                </a:solidFill>
              </a:rPr>
              <a:t>Unity Projekter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80" name="Google Shape;80;p14" title="Logos Jenkins Logo Croppe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92633" y="4201663"/>
            <a:ext cx="809317" cy="8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 title="Logos DevOps Logo Colorized Arrows Only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72575" y="126725"/>
            <a:ext cx="1077600" cy="61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 title="Logos Docker Whaley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87807" y="4393539"/>
            <a:ext cx="644992" cy="46169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/>
          <p:nvPr/>
        </p:nvSpPr>
        <p:spPr>
          <a:xfrm>
            <a:off x="5946700" y="705488"/>
            <a:ext cx="3727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Dockerfile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+ Containerization af Portefølje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+ Acquired Jenkins-image fra Dockerhub &amp; built runnable, usable Jenkins-container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Jenkinsfile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Pipeline build succesful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Pipeline build forced fail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Pipeline scripting + Groovy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Pipeline plugins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Pipeline E-mail notification ~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4" name="Google Shape;84;p14" title="Logos UNF Cover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54243" y="1802700"/>
            <a:ext cx="809324" cy="122780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4"/>
          <p:cNvSpPr txBox="1"/>
          <p:nvPr/>
        </p:nvSpPr>
        <p:spPr>
          <a:xfrm>
            <a:off x="4413937" y="2661350"/>
            <a:ext cx="14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p. 239 / 259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ctrTitle"/>
          </p:nvPr>
        </p:nvSpPr>
        <p:spPr>
          <a:xfrm>
            <a:off x="311700" y="311475"/>
            <a:ext cx="85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3500"/>
              <a:t>Hvad mangler man ?</a:t>
            </a:r>
            <a:endParaRPr sz="3500"/>
          </a:p>
        </p:txBody>
      </p:sp>
      <p:sp>
        <p:nvSpPr>
          <p:cNvPr id="91" name="Google Shape;91;p15"/>
          <p:cNvSpPr txBox="1"/>
          <p:nvPr/>
        </p:nvSpPr>
        <p:spPr>
          <a:xfrm>
            <a:off x="870075" y="1102250"/>
            <a:ext cx="7404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Jenkins auto gitrepo grab-&amp;-deploy som Docker container - Doable!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</a:t>
            </a:r>
            <a:r>
              <a:rPr i="1" lang="da" sz="1800" u="sng">
                <a:solidFill>
                  <a:schemeClr val="dk1"/>
                </a:solidFill>
              </a:rPr>
              <a:t>Working</a:t>
            </a:r>
            <a:r>
              <a:rPr lang="da" sz="1800">
                <a:solidFill>
                  <a:schemeClr val="dk1"/>
                </a:solidFill>
              </a:rPr>
              <a:t> Notificering i Jenkins - - - Seriously 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(Auto) Testing i Jenkins - - - Questionable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—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Networked </a:t>
            </a:r>
            <a:r>
              <a:rPr i="1" lang="da" sz="1800">
                <a:solidFill>
                  <a:schemeClr val="dk1"/>
                </a:solidFill>
              </a:rPr>
              <a:t>custom-built</a:t>
            </a:r>
            <a:r>
              <a:rPr lang="da" sz="1800">
                <a:solidFill>
                  <a:schemeClr val="dk1"/>
                </a:solidFill>
              </a:rPr>
              <a:t> Unity game / proof-of-concept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[vha. UNF’s NetLib / Unity Assets (Proton el. Fishnet) ]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Networked chat lobby Unity app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2" name="Google Shape;92;p15" title="U_Cube_1C_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92" y="3113888"/>
            <a:ext cx="599736" cy="6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title="Logos DevOps Logo Colorized Arrows Onl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175" y="583925"/>
            <a:ext cx="1077600" cy="6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ctrTitle"/>
          </p:nvPr>
        </p:nvSpPr>
        <p:spPr>
          <a:xfrm>
            <a:off x="311700" y="311475"/>
            <a:ext cx="85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3480"/>
              <a:t>Hvad fokus på, i sidste periode ?</a:t>
            </a:r>
            <a:endParaRPr sz="3480"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600" y="1218750"/>
            <a:ext cx="2492900" cy="1869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" name="Google Shape;100;p16"/>
          <p:cNvSpPr txBox="1"/>
          <p:nvPr/>
        </p:nvSpPr>
        <p:spPr>
          <a:xfrm>
            <a:off x="5965622" y="3048525"/>
            <a:ext cx="31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Execute! Execute! Execute!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52175" y="1432200"/>
            <a:ext cx="5446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Trim to doable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Overensstemmende med langsigtede læringsmål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Time-limited last attempt på at få stuff til at virke eller deem’e @ point-of-failure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&gt; Ensure alt er good på portefølje - Alle produkter uploadet &amp; Læringsmål ‘overholdt’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ctrTitle"/>
          </p:nvPr>
        </p:nvSpPr>
        <p:spPr>
          <a:xfrm>
            <a:off x="4502700" y="6675"/>
            <a:ext cx="47349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3480"/>
              <a:t>Amazing! Astonishing!</a:t>
            </a:r>
            <a:endParaRPr sz="3480"/>
          </a:p>
        </p:txBody>
      </p:sp>
      <p:pic>
        <p:nvPicPr>
          <p:cNvPr id="107" name="Google Shape;107;p17" title="TicTacToe_LANgameFromV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25" y="69984"/>
            <a:ext cx="4419601" cy="26657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17"/>
          <p:cNvSpPr txBox="1"/>
          <p:nvPr/>
        </p:nvSpPr>
        <p:spPr>
          <a:xfrm>
            <a:off x="1040500" y="2843400"/>
            <a:ext cx="33696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1"/>
                </a:solidFill>
              </a:rPr>
              <a:t>[Docker / Jenkins]-file + Groovy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3222" y="670925"/>
            <a:ext cx="4291054" cy="3605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" name="Google Shape;110;p17">
            <a:hlinkClick r:id="rId5"/>
          </p:cNvPr>
          <p:cNvSpPr txBox="1"/>
          <p:nvPr/>
        </p:nvSpPr>
        <p:spPr>
          <a:xfrm>
            <a:off x="157025" y="4536450"/>
            <a:ext cx="54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rgbClr val="0000FF"/>
                </a:solidFill>
              </a:rPr>
              <a:t>https://greyrib.github.io/Products/Jenkinsfile_early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ctrTitle"/>
          </p:nvPr>
        </p:nvSpPr>
        <p:spPr>
          <a:xfrm>
            <a:off x="311700" y="1973750"/>
            <a:ext cx="8520600" cy="8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rgbClr val="CFE2F3"/>
                </a:solidFill>
              </a:rPr>
              <a:t>Tak fordi du så med!</a:t>
            </a:r>
            <a:endParaRPr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